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C084-DA8F-44BE-B246-3591FA299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010" y="179109"/>
            <a:ext cx="9273603" cy="2271860"/>
          </a:xfrm>
        </p:spPr>
        <p:txBody>
          <a:bodyPr/>
          <a:lstStyle/>
          <a:p>
            <a:r>
              <a:rPr lang="en-US" sz="5400" dirty="0">
                <a:solidFill>
                  <a:srgbClr val="002060"/>
                </a:solidFill>
              </a:rPr>
              <a:t>Financial Sales Dashboard</a:t>
            </a:r>
            <a:br>
              <a:rPr lang="en-US" dirty="0"/>
            </a:b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EC41F-C9A0-48E2-BD5D-7AFB5C51A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2495"/>
            <a:ext cx="8825658" cy="37251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Prepared by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dirty="0"/>
              <a:t>	</a:t>
            </a:r>
            <a:r>
              <a:rPr lang="en-US" b="1" dirty="0">
                <a:solidFill>
                  <a:srgbClr val="002060"/>
                </a:solidFill>
              </a:rPr>
              <a:t>Mary </a:t>
            </a:r>
            <a:r>
              <a:rPr lang="en-US" b="1" dirty="0" err="1">
                <a:solidFill>
                  <a:srgbClr val="002060"/>
                </a:solidFill>
              </a:rPr>
              <a:t>Motunrayo</a:t>
            </a:r>
            <a:r>
              <a:rPr lang="en-US" b="1" dirty="0">
                <a:solidFill>
                  <a:srgbClr val="002060"/>
                </a:solidFill>
              </a:rPr>
              <a:t> Lawal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		</a:t>
            </a:r>
            <a:r>
              <a:rPr lang="en-US" dirty="0">
                <a:solidFill>
                  <a:srgbClr val="002060"/>
                </a:solidFill>
              </a:rPr>
              <a:t>Data Analyst Internship – Task 3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dirty="0"/>
              <a:t>		</a:t>
            </a:r>
            <a:r>
              <a:rPr lang="en-US" dirty="0">
                <a:solidFill>
                  <a:srgbClr val="002060"/>
                </a:solidFill>
              </a:rPr>
              <a:t>Tool Used: Microsoft Power BI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9268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C084-DA8F-44BE-B246-3591FA299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4050" y="-1724026"/>
            <a:ext cx="7820025" cy="3990976"/>
          </a:xfrm>
        </p:spPr>
        <p:txBody>
          <a:bodyPr>
            <a:normAutofit/>
          </a:bodyPr>
          <a:lstStyle/>
          <a:p>
            <a:r>
              <a:rPr lang="en-US" sz="5400" spc="-300" dirty="0">
                <a:solidFill>
                  <a:srgbClr val="002060"/>
                </a:solidFill>
              </a:rPr>
              <a:t>Project Overview</a:t>
            </a:r>
            <a:br>
              <a:rPr lang="en-US" sz="5400" spc="-300" dirty="0"/>
            </a:br>
            <a:endParaRPr lang="en-NG" spc="-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EC41F-C9A0-48E2-BD5D-7AFB5C51A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104900"/>
            <a:ext cx="8825658" cy="455275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 Objective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The objective of this project was to design an interactive dashboard using Microsoft Power BI to monitor sales performance and support data-driven business decisions</a:t>
            </a:r>
          </a:p>
          <a:p>
            <a:r>
              <a:rPr lang="en-US" b="1" dirty="0">
                <a:solidFill>
                  <a:srgbClr val="002060"/>
                </a:solidFill>
              </a:rPr>
              <a:t>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Financial Sample Dataset (Microsoft)</a:t>
            </a:r>
          </a:p>
          <a:p>
            <a:r>
              <a:rPr lang="en-US" b="1" dirty="0">
                <a:solidFill>
                  <a:srgbClr val="002060"/>
                </a:solidFill>
              </a:rPr>
              <a:t>Tool Used</a:t>
            </a:r>
            <a:r>
              <a:rPr lang="en-US" dirty="0">
                <a:solidFill>
                  <a:srgbClr val="002060"/>
                </a:solidFill>
              </a:rPr>
              <a:t>: Microsoft Power BI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Dashboard Type: Interactive Business Dashboard</a:t>
            </a:r>
          </a:p>
          <a:p>
            <a:r>
              <a:rPr lang="en-US" b="1" dirty="0">
                <a:solidFill>
                  <a:srgbClr val="002060"/>
                </a:solidFill>
              </a:rPr>
              <a:t>Features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KPI Cards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Sales Trend Analysis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Product Performance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Country Performance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Sales by Segment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Interactive Filters (Slicers)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Page Navigation</a:t>
            </a:r>
          </a:p>
          <a:p>
            <a:endParaRPr lang="en-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80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C084-DA8F-44BE-B246-3591FA299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975" y="-1504951"/>
            <a:ext cx="7820025" cy="320040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Dashboard Overview</a:t>
            </a:r>
            <a:br>
              <a:rPr lang="en-US" dirty="0"/>
            </a:br>
            <a:endParaRPr lang="en-NG" spc="-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EC41F-C9A0-48E2-BD5D-7AFB5C51A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4530" y="333376"/>
            <a:ext cx="8825658" cy="617200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 </a:t>
            </a:r>
            <a:endParaRPr lang="en-US" dirty="0"/>
          </a:p>
          <a:p>
            <a:r>
              <a:rPr lang="en-US" b="1" dirty="0">
                <a:solidFill>
                  <a:srgbClr val="002060"/>
                </a:solidFill>
              </a:rPr>
              <a:t> Dashboard Components</a:t>
            </a:r>
          </a:p>
          <a:p>
            <a:r>
              <a:rPr lang="en-US" sz="1300" dirty="0">
                <a:solidFill>
                  <a:srgbClr val="002060"/>
                </a:solidFill>
              </a:rPr>
              <a:t>The dashboard provides a summary of the company's sales performance through interactive visualizations, including:</a:t>
            </a:r>
          </a:p>
          <a:p>
            <a:r>
              <a:rPr lang="en-US" sz="1300" dirty="0">
                <a:solidFill>
                  <a:srgbClr val="002060"/>
                </a:solidFill>
              </a:rPr>
              <a:t>Total </a:t>
            </a:r>
            <a:r>
              <a:rPr lang="en-US" sz="1300" dirty="0" err="1">
                <a:solidFill>
                  <a:srgbClr val="002060"/>
                </a:solidFill>
              </a:rPr>
              <a:t>Sales,Total</a:t>
            </a:r>
            <a:r>
              <a:rPr lang="en-US" sz="1300" dirty="0">
                <a:solidFill>
                  <a:srgbClr val="002060"/>
                </a:solidFill>
              </a:rPr>
              <a:t> </a:t>
            </a:r>
            <a:r>
              <a:rPr lang="en-US" sz="1300" dirty="0" err="1">
                <a:solidFill>
                  <a:srgbClr val="002060"/>
                </a:solidFill>
              </a:rPr>
              <a:t>Profit,Gross</a:t>
            </a:r>
            <a:r>
              <a:rPr lang="en-US" sz="1300" dirty="0">
                <a:solidFill>
                  <a:srgbClr val="002060"/>
                </a:solidFill>
              </a:rPr>
              <a:t> </a:t>
            </a:r>
            <a:r>
              <a:rPr lang="en-US" sz="1300" dirty="0" err="1">
                <a:solidFill>
                  <a:srgbClr val="002060"/>
                </a:solidFill>
              </a:rPr>
              <a:t>Sales,Units</a:t>
            </a:r>
            <a:r>
              <a:rPr lang="en-US" sz="1300" dirty="0">
                <a:solidFill>
                  <a:srgbClr val="002060"/>
                </a:solidFill>
              </a:rPr>
              <a:t> </a:t>
            </a:r>
            <a:r>
              <a:rPr lang="en-US" sz="1300" dirty="0" err="1">
                <a:solidFill>
                  <a:srgbClr val="002060"/>
                </a:solidFill>
              </a:rPr>
              <a:t>Sold,Sales</a:t>
            </a:r>
            <a:r>
              <a:rPr lang="en-US" sz="1300" dirty="0">
                <a:solidFill>
                  <a:srgbClr val="002060"/>
                </a:solidFill>
              </a:rPr>
              <a:t> Trend by </a:t>
            </a:r>
            <a:r>
              <a:rPr lang="en-US" sz="1300" dirty="0" err="1">
                <a:solidFill>
                  <a:srgbClr val="002060"/>
                </a:solidFill>
              </a:rPr>
              <a:t>Month,Sales</a:t>
            </a:r>
            <a:r>
              <a:rPr lang="en-US" sz="1300" dirty="0">
                <a:solidFill>
                  <a:srgbClr val="002060"/>
                </a:solidFill>
              </a:rPr>
              <a:t> by </a:t>
            </a:r>
            <a:r>
              <a:rPr lang="en-US" sz="1300" dirty="0" err="1">
                <a:solidFill>
                  <a:srgbClr val="002060"/>
                </a:solidFill>
              </a:rPr>
              <a:t>Product,Profit</a:t>
            </a:r>
            <a:r>
              <a:rPr lang="en-US" sz="1300" dirty="0">
                <a:solidFill>
                  <a:srgbClr val="002060"/>
                </a:solidFill>
              </a:rPr>
              <a:t> by </a:t>
            </a:r>
            <a:r>
              <a:rPr lang="en-US" sz="1300" dirty="0" err="1">
                <a:solidFill>
                  <a:srgbClr val="002060"/>
                </a:solidFill>
              </a:rPr>
              <a:t>Country,Sales</a:t>
            </a:r>
            <a:r>
              <a:rPr lang="en-US" sz="1300" dirty="0">
                <a:solidFill>
                  <a:srgbClr val="002060"/>
                </a:solidFill>
              </a:rPr>
              <a:t> by Segment </a:t>
            </a:r>
          </a:p>
          <a:p>
            <a:r>
              <a:rPr lang="en-US" sz="1300" dirty="0">
                <a:solidFill>
                  <a:srgbClr val="002060"/>
                </a:solidFill>
              </a:rPr>
              <a:t>Users can interact with the dashboard using slicers to filter the report and view specific business insights.</a:t>
            </a:r>
          </a:p>
          <a:p>
            <a:r>
              <a:rPr lang="en-US" sz="1300" dirty="0"/>
              <a:t>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</a:t>
            </a:r>
          </a:p>
          <a:p>
            <a:endParaRPr lang="en-NG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9FE36A-90BA-451C-877E-8424A0021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4" y="2925034"/>
            <a:ext cx="5905501" cy="3599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1E3C0D-43A8-4D5C-8A29-60490E6D0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56" y="2906106"/>
            <a:ext cx="5370570" cy="35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6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C084-DA8F-44BE-B246-3591FA299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010" y="179109"/>
            <a:ext cx="9273603" cy="2611716"/>
          </a:xfrm>
        </p:spPr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							</a:t>
            </a:r>
            <a:r>
              <a:rPr lang="en-US" sz="2800" dirty="0">
                <a:solidFill>
                  <a:srgbClr val="002060"/>
                </a:solidFill>
              </a:rPr>
              <a:t>Key Insights</a:t>
            </a:r>
            <a:br>
              <a:rPr lang="en-US" sz="5400" dirty="0"/>
            </a:br>
            <a:br>
              <a:rPr lang="en-US" dirty="0"/>
            </a:b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EC41F-C9A0-48E2-BD5D-7AFB5C51A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895349"/>
            <a:ext cx="8825658" cy="476230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The dashboard revealed the following business insights: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Total Sales recorded: 118.73M.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Total Profit recorded: 16.89M.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Gross Sales reached: 127.93M.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Approximately: 1.13M units were sold.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Product sales performance varied across different products.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Profit differed across countries, helping identify stronger-performing markets.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Monthly sales trends highlighted changes in business performance over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Interactive filters allow users to explore the data from different perspectives.</a:t>
            </a:r>
          </a:p>
          <a:p>
            <a:r>
              <a:rPr lang="en-US" dirty="0"/>
              <a:t> 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75830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C084-DA8F-44BE-B246-3591FA299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010" y="179109"/>
            <a:ext cx="9273603" cy="3488016"/>
          </a:xfrm>
        </p:spPr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							</a:t>
            </a:r>
            <a:r>
              <a:rPr lang="en-US" sz="2800" dirty="0">
                <a:solidFill>
                  <a:srgbClr val="002060"/>
                </a:solidFill>
              </a:rPr>
              <a:t>Conclusion</a:t>
            </a:r>
            <a:br>
              <a:rPr lang="en-US" sz="2800" dirty="0"/>
            </a:br>
            <a:br>
              <a:rPr lang="en-US" sz="5400" dirty="0"/>
            </a:br>
            <a:br>
              <a:rPr lang="en-US" dirty="0"/>
            </a:b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EC41F-C9A0-48E2-BD5D-7AFB5C51A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895349"/>
            <a:ext cx="8825658" cy="476230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This interactive Power BI dashboard provides a clear and effective overview of the company's sales performance.</a:t>
            </a:r>
          </a:p>
          <a:p>
            <a:r>
              <a:rPr lang="en-US" dirty="0">
                <a:solidFill>
                  <a:srgbClr val="002060"/>
                </a:solidFill>
              </a:rPr>
              <a:t> It enables users to: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Monitor key business performance indicators (KPIs).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Analyze sales trends over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Compare product and country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Make informed business decisions using interactive visualizations and filters.</a:t>
            </a:r>
          </a:p>
          <a:p>
            <a:r>
              <a:rPr lang="en-US" dirty="0">
                <a:solidFill>
                  <a:srgbClr val="002060"/>
                </a:solidFill>
              </a:rPr>
              <a:t> This project demonstrates the use of Microsoft Power BI to transform raw data into meaningful business insights through data visualization.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04559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C084-DA8F-44BE-B246-3591FA299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010" y="179109"/>
            <a:ext cx="9273603" cy="3488016"/>
          </a:xfrm>
        </p:spPr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							</a:t>
            </a:r>
            <a:br>
              <a:rPr lang="en-US" sz="2800" dirty="0"/>
            </a:br>
            <a:br>
              <a:rPr lang="en-US" sz="5400" dirty="0"/>
            </a:br>
            <a:br>
              <a:rPr lang="en-US" dirty="0"/>
            </a:b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EC41F-C9A0-48E2-BD5D-7AFB5C51A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169636"/>
            <a:ext cx="8825658" cy="3488016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9600" dirty="0">
                <a:solidFill>
                  <a:srgbClr val="002060"/>
                </a:solidFill>
              </a:rPr>
              <a:t>Thank You</a:t>
            </a:r>
            <a:endParaRPr lang="en-NG" sz="9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786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</TotalTime>
  <Words>376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</vt:lpstr>
      <vt:lpstr>Wingdings 3</vt:lpstr>
      <vt:lpstr>Ion</vt:lpstr>
      <vt:lpstr>Financial Sales Dashboard </vt:lpstr>
      <vt:lpstr>Project Overview </vt:lpstr>
      <vt:lpstr>Dashboard Overview </vt:lpstr>
      <vt:lpstr>       Key Insights  </vt:lpstr>
      <vt:lpstr>       Conclusion   </vt:lpstr>
      <vt:lpstr>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Sales Dashboard</dc:title>
  <dc:creator>Lawal</dc:creator>
  <cp:lastModifiedBy>Lawal</cp:lastModifiedBy>
  <cp:revision>5</cp:revision>
  <dcterms:created xsi:type="dcterms:W3CDTF">2026-07-16T19:37:45Z</dcterms:created>
  <dcterms:modified xsi:type="dcterms:W3CDTF">2026-07-16T20:43:52Z</dcterms:modified>
</cp:coreProperties>
</file>